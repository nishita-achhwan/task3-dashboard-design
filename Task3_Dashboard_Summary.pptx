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2" d="100"/>
          <a:sy n="72" d="100"/>
        </p:scale>
        <p:origin x="-1096" y="-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3 - Dashboard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Analytics Internship</a:t>
            </a:r>
          </a:p>
          <a:p>
            <a:r>
              <a:t>Sales Performance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Sales Data Sample</a:t>
            </a:r>
          </a:p>
          <a:p>
            <a:r>
              <a:t>Tool: Power BI</a:t>
            </a:r>
          </a:p>
          <a:p>
            <a:r>
              <a:t>Focus: Sales performance and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 Cards</a:t>
            </a:r>
          </a:p>
          <a:p>
            <a:r>
              <a:t>Interactive Slicers</a:t>
            </a:r>
          </a:p>
          <a:p>
            <a:r>
              <a:t>Monthly Sales Trend</a:t>
            </a:r>
          </a:p>
          <a:p>
            <a:r>
              <a:t>Product Line Analysis</a:t>
            </a:r>
          </a:p>
          <a:p>
            <a:r>
              <a:t>Country Analysis</a:t>
            </a:r>
          </a:p>
          <a:p>
            <a:r>
              <a:t>Customer Analysis</a:t>
            </a:r>
          </a:p>
          <a:p>
            <a:r>
              <a:t>Territory Analysis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435" y="1600200"/>
            <a:ext cx="4117365" cy="37241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$10.03M</a:t>
            </a:r>
          </a:p>
          <a:p>
            <a:r>
              <a:t>Total Orders: 307</a:t>
            </a:r>
          </a:p>
          <a:p>
            <a:r>
              <a:t>Classic Cars is the top product line</a:t>
            </a:r>
          </a:p>
          <a:p>
            <a:r>
              <a:t>USA is the highest revenue-generating country</a:t>
            </a:r>
          </a:p>
          <a:p>
            <a:r>
              <a:t>Medium-sized deals contribute the most revenue</a:t>
            </a:r>
          </a:p>
          <a:p>
            <a:r>
              <a:t>EMEA is the strongest territory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helps stakeholders monitor sales performance and supports data-driven decision making through interactive visualizations.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</Words>
  <Application>Microsoft Office PowerPoint</Application>
  <PresentationFormat>On-screen Show (4:3)</PresentationFormat>
  <Paragraphs>24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Task 3 - Dashboard Design</vt:lpstr>
      <vt:lpstr>Dataset Overview</vt:lpstr>
      <vt:lpstr>Dashboard Features</vt:lpstr>
      <vt:lpstr>Key Findings</vt:lpstr>
      <vt:lpstr>Conclusion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3 - Dashboard Design</dc:title>
  <dc:creator>Lenovo</dc:creator>
  <dc:description>generated using python-pptx</dc:description>
  <cp:lastModifiedBy>Lenovo</cp:lastModifiedBy>
  <cp:revision>3</cp:revision>
  <dcterms:created xsi:type="dcterms:W3CDTF">2013-01-27T09:14:16Z</dcterms:created>
  <dcterms:modified xsi:type="dcterms:W3CDTF">2026-06-21T03:35:29Z</dcterms:modified>
</cp:coreProperties>
</file>